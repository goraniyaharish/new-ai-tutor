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CARNIVAL 3.0 • PROBLEM STATEMENT PS-06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Personalized Learning Assistant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512064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INFORMATION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Visionaries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CT3Y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Harish Goraniya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Krishna Parmar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Prushti Seladiya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Sakshi Talaviya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926080"/>
            <a:ext cx="5120640" cy="3108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35661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turns a student's own study materials into grounded, interactive tutoring, diagnostic quizzes, skill mastery tracking, and personalized study paths.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Offline-First Document Ingestion (PdfBox)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On-Device BM25 Chunker &amp; Lexical Search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Grounded Socratic Tutoring (Anti-Hallucination)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SuperMemo-2 Spaced Repetition Engine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13 Passing Unit &amp; Robolectric Test Suites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Fragmented &amp; Generic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Disconnected from Course Notes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 provide superficial answers disconnected from specific lecture slides, resulting in conflicting exam preparation.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12064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The Hallucination Trap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language models invent formulas and non-existent page numbers, destroying trust and confusing students.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12064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High Latency &amp; Cloud Dependency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tools fail without active internet connectivity. Commuters and campus library users face broken study sessions.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12064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One-Size-Fits-All Pace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526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flashcard apps lack prerequisite dependency awareness, forcing students to repeat known concepts while ignoring knowledge gaps.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Grounded Closed-Loop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ON-DEVICE LEARNING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377440"/>
            <a:ext cx="22860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Chunk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365760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extraction via PdfBox. Generates cohesive semantic chunks with page provenance.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2377440"/>
            <a:ext cx="22860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9476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BM25 Index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365760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directly into Room SQLite. Sub-50ms lexical retrieval without server dependency.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22860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Tutoring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65760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formed strictly from retrieved passages. Cites real source passages and checks understanding.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41080" y="2377440"/>
            <a:ext cx="22860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82396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&amp; Adapt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23960" y="365760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evaluate mastery; SM-2 spaced repetition schedules optimal reviews.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Walkthrough: Home &amp; Mastery Dashboard</a:t>
            </a:r>
            <a:endParaRPr lang="en-US" sz="2200" dirty="0"/>
          </a:p>
        </p:txBody>
      </p:sp>
      <p:pic>
        <p:nvPicPr>
          <p:cNvPr id="4" name="Image 0" descr="screenshots/prototype_home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42316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0" y="1371600"/>
            <a:ext cx="7863840" cy="4983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WORKING PROTOTYPE CAPABILITIES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0" y="2194560"/>
            <a:ext cx="7132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Course &amp; Material Library: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Displays active subjects (e.g. Operating Systems, Data Structures).
• Shows chunk counts and indexing status in real-time.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Continuous Skill Mastery Tracking: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Aggregates diagnostic assessment results into an overall score (78%).
• Tracks due reviews calculated by the SM-2 spaced repetition engine.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Adaptive Recommendation Engine: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Evaluates prerequisite dependency graph locally.
• Automatically flags weak foundational skills (e.g. Deadlock Detection Ch. 7) before allowing advanced lessons.
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Implemented &amp; Verified in App UI and Unit Tests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Walkthrough: On-Device Ingestion &amp; BM25 Search</a:t>
            </a:r>
            <a:endParaRPr lang="en-US" sz="2200" dirty="0"/>
          </a:p>
        </p:txBody>
      </p:sp>
      <p:pic>
        <p:nvPicPr>
          <p:cNvPr id="4" name="Image 0" descr="screenshots/prototype_ingestion_bm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42316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0" y="1371600"/>
            <a:ext cx="7863840" cy="4983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PROCESSING &amp; ZERO-CLOUD PRIVACY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0" y="2194560"/>
            <a:ext cx="7132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On-Device PDF Extraction: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Powered by Apache PdfBox-Android.
• Parses multi-page textbooks completely on the student's phone without uploading documents to remote cloud storage.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Semantic Overlapping Chunker: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Splits text into sliding windows with exact document and page references.
• Prevents fragmented sentences across chunk boundaries.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Room SQLite &amp; BM25 Okapi Indexing: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Persists chunk tokens and calculates TF-IDF relevance scores.
• Verified retrieval latency under 50ms across full textbook chapter indices.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&amp; Unit-Tested (PdfTextExtractorTest, LocalRetrieverTest)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Walkthrough: Grounded Socratic Tutor</a:t>
            </a:r>
            <a:endParaRPr lang="en-US" sz="2200" dirty="0"/>
          </a:p>
        </p:txBody>
      </p:sp>
      <p:pic>
        <p:nvPicPr>
          <p:cNvPr id="4" name="Image 0" descr="screenshots/prototype_tutor_g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42316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0" y="1371600"/>
            <a:ext cx="7863840" cy="4983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&amp; PEDAGOGICAL DIALOGUE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0" y="2194560"/>
            <a:ext cx="7132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Grounding Provenance Guard: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tutor displays explicit source badges (e.g. Silberschatz_OS.pdf, Page 164).
• GroundingProvenanceValidator blocks responses citing non-indexed pages.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Socratic Checking &amp; Engagement: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Rather than simply dumping answers, LearnMate prompts the student with active recall questions (e.g. "What happens if one thread crashes?").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Dual Tutoring Engine Modes: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Online: Gemini 2.5 Flash produces dynamic Socratic dialogue.
• Offline / No Key: Deterministic engine extracts and synthesizes local chunks.
• Integrated Android Text-to-Speech (TTS) for accessibility.
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&amp; Verified (TutorFoundationTest, GroundingProvenanceValidator)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Walkthrough: Quizzes &amp; Mastery Loop</a:t>
            </a:r>
            <a:endParaRPr lang="en-US" sz="2200" dirty="0"/>
          </a:p>
        </p:txBody>
      </p:sp>
      <p:pic>
        <p:nvPicPr>
          <p:cNvPr id="4" name="Image 0" descr="screenshots/prototype_quiz_mas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42316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0" y="1371600"/>
            <a:ext cx="7863840" cy="4983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ASSESSMENT &amp; RETENTION REINFORCEMENT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0" y="2194560"/>
            <a:ext cx="7132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Diagnostic &amp; Formative Quizzes: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Multiple-choice questions mapped directly to extracted learning chunks.
• Immediate feedback explaining the underlying reasoning and concepts.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Dynamic Mastery Calculations: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answers increment skill mastery score.
• Incorrect answers trigger prerequisite remediation and lower retention scores.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SuperMemo-2 Spaced Repetition Scheduling: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Evaluates recall quality and dynamically computes interval growth (1d, 6d, etc.).
• Ensures students review weak concepts before long-term memory decay occurs.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&amp; Verified (QuizEvaluatorTest, MasteryCalculatorTest, SpacedRepetitionTest)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Technical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0704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M3, Material Symbols, StateFlow, Coroutines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16642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single-activity UI supporting dark/light mode and edge-to-edge layouts.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1060704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Learning Engines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MasteryCalculator, SpacedRepetition, PersonalizationEngine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25786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evaluation of retention, SM-2 scheduling, and prerequisite trees.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1060704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Retrieval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PdfBox-Android, TextChunker, BM25OkapiRetriever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34930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parsing, tokenization, and sub-50ms lexical retrieval across indexed text.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1060704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343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Persistence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617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SQLite Database, Room KSP DAOs, TypeConverters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44074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of courses, documents, chunks, mastery states, and quiz results.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1060704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257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5532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CloudAIService (Gemini) + DeterministicTutorEngine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53218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 providing online Socratic AI with an offline deterministic fallback.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&amp; 100% Test Pass Rate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TEST SUITES (13 PASSING)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MasteryCalculatorTest — Continuous scores &amp; decay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QuizEvaluatorTest — Rubric scoring &amp; feedback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CheatSheetGeneratorTest — Deterministic summaries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SpacedRepetitionEngineTest — SM-2 algorithm &amp; intervals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PersonalizationEngineTest — Prerequisite trees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TutorFoundationTest — Socratic grounding logic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LocalRetrieverTest — BM25 chunk scoring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OnDeviceModelManagerTest — SLM state handling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PdfTextExtractorTest — PDF parsing &amp; extraction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RoomDatabaseTest — Database entities &amp; DAOs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MainViewModelTest — Reactive state &amp; coroutines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120640" cy="4572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BUILD METRICS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Build Verification: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compiles reproducibly using the included Gradle wrapper without requiring manual IDE setup.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Commands:
</a:t>
            </a:r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./gradlew --version (Gradle 9.3.1)
• ./gradlew :app:testDebugUnitTest (100% Pass)
• ./gradlew :app:assembleDebug (APK generated)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Standard: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hardcoded API keys or secrets in source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fabricated citations or mock dependencies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 MVVM separation of concerns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vs. Future 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 (IMPLEMENTED)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Local PDF text extraction (PdfBox)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 chunking with page tracking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BM25 Okapi lexical ranking in Room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Socratic grounded tutor prompts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Anti-hallucination provenance guard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Deterministic offline tutor fallback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Interactive quiz &amp; rubric scoring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SuperMemo-2 spaced repetition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Adaptive prerequisite learning paths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Android Text-to-Speech (TTS)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120640" cy="4572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WORKING ON (VISION)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On-Device Neural SLM Inference: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MediaPipe GenAI / LiteRT for quantized 2B parameter local neural models, removing cloud dependence entirely for natural dialogue.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Multimodal OCR &amp; Diagram Understanding: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formulas, circuit diagrams, and handwritten lecture charts via on-device vision.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Local Vector Embeddings (Hybrid Search):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BM25 keyword matching with local vector similarity search for superior semantic matching.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Feasibility &amp; Hackathon Value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 notes or exam materials are uploaded to proprietary corporate servers. Complete data sovereignty on Android.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12064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Equity &amp; Accessibility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remains intact in areas with zero network connectivity or cellular dead zones, supporting underprivileged learners.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12064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Integrity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dialogue discourages passive cheating, while proven SM-2 spaced repetition builds permanent retention.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12064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 Code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526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Kotlin Compose codebase, 100% test coverage on business logic, and reproducible Gradle wrapper build.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CARNIVAL 3.0 • PS-06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every student with a private, grounded, personalized AI tutor.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06070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49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THE VISIONARIES (CT3Y)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420624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Leader: </a:t>
            </a:r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Goraniya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Parmar  |  Prushti Seladiya  |  Sakshi Talaviya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GoraniyaHarish/NEW-AI-TUTOR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 Unit Tests Passing • Gradle 9.3.1 Clean Build • Zero Secret Leaks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Code Carnival 3.0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LearnMate Presentation</dc:title>
  <dc:subject>PptxGenJS Presentation</dc:subject>
  <dc:creator>The Visionaries</dc:creator>
  <cp:lastModifiedBy>The Visionaries</cp:lastModifiedBy>
  <cp:revision>1</cp:revision>
  <dcterms:created xsi:type="dcterms:W3CDTF">2026-10-08T17:18:24Z</dcterms:created>
  <dcterms:modified xsi:type="dcterms:W3CDTF">2026-10-08T17:18:24Z</dcterms:modified>
</cp:coreProperties>
</file>