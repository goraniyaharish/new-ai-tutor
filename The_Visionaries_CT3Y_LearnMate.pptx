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38912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669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</a:rPr>
              <a:t>CODE CARNIVAL 3.0 • TRACK PS-06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LearnMate™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Personalized Learning Assistant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offline-first AI study companion that turns student course materials into interactive prerequisite graphs, grounded diagnostic quizzes, and continuous mastery tracking.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23760" y="1005840"/>
            <a:ext cx="4206240" cy="4846320"/>
          </a:xfrm>
          <a:prstGeom prst="roundRect">
            <a:avLst>
              <a:gd name="adj" fmla="val 3261"/>
            </a:avLst>
          </a:prstGeom>
          <a:solidFill>
            <a:srgbClr val="121A2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B6D4"/>
                </a:solidFill>
              </a:rPr>
              <a:t>TEAM DETAILS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The Visionaries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498080" y="205740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2084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Team ID: CT3Y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2514600"/>
            <a:ext cx="3657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A3B8"/>
                </a:solidFill>
              </a:rPr>
              <a:t>TEAM LEADER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Harish Goraniya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0" y="3337560"/>
            <a:ext cx="3657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4A3B8"/>
                </a:solidFill>
              </a:rPr>
              <a:t>TEAM MEMBERS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98080" y="37947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Krishna Parmar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0" y="42062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4114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Prushti Seladiya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0" y="461772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4526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Sakshi Talaviya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5166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TRACK: PS-06 On-device personalized learning assistant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STACK: Kotlin • Jetpack Compose • Room DB • Gemini Flash API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063240"/>
            <a:ext cx="6217920" cy="822960"/>
          </a:xfrm>
          <a:prstGeom prst="roundRect">
            <a:avLst>
              <a:gd name="adj" fmla="val 8889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1546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Zero Hallucination Grounding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41071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Every answer cites exact document names and page numbers.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023360"/>
            <a:ext cx="6217920" cy="822960"/>
          </a:xfrm>
          <a:prstGeom prst="roundRect">
            <a:avLst>
              <a:gd name="adj" fmla="val 8889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148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Offline-First Deterministic Search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37083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In-memory BM25 retrieval operates without Internet connection.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4983480"/>
            <a:ext cx="6217920" cy="822960"/>
          </a:xfrm>
          <a:prstGeom prst="roundRect">
            <a:avLst>
              <a:gd name="adj" fmla="val 8889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507492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Targeted Mastery Mathematics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330952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Weighted scoring engine separates true understanding from guesswork.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Visionaries (CT3Y) • Code Carnival 3.0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Generic Educational Tools Fail Students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challenges students face when learning from unstructured materials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21A2D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1. Information Overload &amp; Disorganization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Students receive hundreds of unorganized lecture slides, problem sets, and syllabi across PDF, images, and notes. Without prerequisite mapping, they cannot prioritize what to study first.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28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2. Generic AI Chatbot Hallucinations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Standard AI chatbots have no context of the specific course syllabus. They invent non-standard formulas, introduce advanced notation out of scope, and hallucinate textbook facts.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21A2D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31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3. Total Cloud Dependency &amp; Wi-Fi Fragility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29768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Students studying on commutes, in quiet campus zones, or in low-connectivity areas lose complete access to cloud-dependent learning assistants when connections drop.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7490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21A2D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9319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4. The Illusion of Competence (Passive Reading)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29768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Re-reading notes gives an illusion of mastery. Without targeted diagnostic quizzes, spaced repetition, and prerequisite gap tracking, students forget up to 70% within days.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 • PS-06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LearnMate: On-Device Personalized Learning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cohesive, private learning engine from document ingestion to mastery validation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019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Ingestion &amp; Deflation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Local PDF &amp; note parsing into 400-600 token semantic chunks stored securely in Room DB.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07792" y="169164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0672" y="18745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9019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90672" y="24231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Skill Graph (DAG)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90672" y="3063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Automated prerequisite dependency graph identifying foundational blockers.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4064" y="169164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66944" y="18745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19019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66944" y="24231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Dual-Mode Routing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66944" y="3063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Gemini Flash online + in-memory BM25 lexical retriever offline with zero network crashes.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60336" y="169164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43216" y="18745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19019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43216" y="24231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Grounding &amp; Provenance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43216" y="3063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Strict verification check: every response cites exact source document and page number.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36608" y="1691640"/>
            <a:ext cx="2057400" cy="4206240"/>
          </a:xfrm>
          <a:prstGeom prst="roundRect">
            <a:avLst>
              <a:gd name="adj" fmla="val 444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19488" y="187452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19488" y="190195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19488" y="24231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Mastery &amp; Diagnostics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063240"/>
            <a:ext cx="1691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Exponential moving average formula updating mastery per skill from active quizzes.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Learning Architecture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1 (VERIFIED)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&amp; Private Room Database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data leakage: all student materials remain strictly on-device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21792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</a:rPr>
              <a:t>VERIFIED WORKING CAPABILITIES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Private Application Sandbox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Files stored strictly in context.filesDir without external storage permission risks.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Optimized Semantic Chunking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3429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Text split into 400-600 token chunks with preserved chapter, page, and paragraph metadata.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0233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Room Relational Persistence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80160" y="4297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10 SQLite tables: Courses, Documents, Chunks, Skills, Dependencies, Quiz Questions, Mastery States.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Offline Indexing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5166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Indexing executes locally via background Kotlin Coroutines without blocking UI threads.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169164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</a:rPr>
              <a:t>ROOM DB SCHEMA (LOCAL SQLITE)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0" y="228600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21A2D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23225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▤  CourseEntity (id, title, description, createdAt)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98080" y="276148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21A2D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798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▤  DocumentEntity (id, courseId, title, pageCount, path)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3236976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21A2D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3273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▤  ChunkEntity (id, docId, pageNum, content, tokenCount)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98080" y="3712464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21A2D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▤  SkillEntity (id, courseId, name, masteryScore, status)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98080" y="4187952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21A2D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4224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▤  DependencyEntity (skillId, prerequisiteSkillId)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4663440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21A2D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47000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▤  QuizEntity (id, skillId, question, options, answer)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0" y="513892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21A2D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5175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▤  StudyTaskEntity (id, skillId, priority, dueDate)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Layer • Verified Working in Prototype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2 (VERIFIED)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Skill Mastery Graph (DAG)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prerequisite blocker detection to guide student focus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</a:rPr>
              <a:t>PREREQUISITE REASONING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Directed Acyclic Graph (DAG)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Skills are modeled as interdependent nodes. You cannot master advanced skills if foundations are weak.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Blocker Alert Mechanism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3429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Flagging skills under 50% mastery as 'CRITICAL BLOCKERS' that prevent advancement.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023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Real-Time Visual State Tiers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80160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Mastered (≥ 80%): Green 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Learning (50% - 79%): Amber 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• Needs Attention (&lt; 50%): Red node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Direct Navigation to Diagnostics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5166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Tapping any node instantly opens a targeted diagnostic quiz or grounded review session.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69164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920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</a:rPr>
              <a:t>LIVE PROTOTYPE SKILL GRAPH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237744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21A2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468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1D Kinematics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7249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Mastered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241280" y="2542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85%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320040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21A2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291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Newton's 2nd Law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5478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</a:rPr>
              <a:t>BLOCKER (Needs Attention)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241280" y="33649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3F5E"/>
                </a:solidFill>
              </a:rPr>
              <a:t>42%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49440" y="40233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21A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Work &amp; Energy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4370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In Progress (Blocked by Newton)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241280" y="418795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60%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484632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21A2D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4937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Rotational Dynamics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51937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Locked (Prerequisites Pending)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241280" y="50109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20%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Engine • Verified Working in Prototype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3 (VERIFIED)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Architecture &amp; Offline BM25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Unbroken study experience: seamlessly switches between cloud and on-device search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385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● ONLINE MODE (CLOUD ACTIVE)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Deep Synthesis via Gemini Flash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Full Socratic dialogue adapted to student knowledge state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Synthesizes across multiple chapters into cohesive explanations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Generates fresh custom assessment questions on-the-fly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API Key injected securely via HTTP request headers (zero leaks)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92024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9385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● OFFLINE MODE (LOCAL ONLY)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In-Memory BM25 Lexical Retrieval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Calculates term-frequency and inverse-document-frequency locally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Instant sub-50ms retrieval speed without network latency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Returns verbatim syllabus chunks and exact formula extracts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800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Zero crashes, zero spinners, zero dependency on active internet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Routing Engine • Verified Working in Prototype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4 (VERIFIED)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Tutor with Citations &amp; Audio TTS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provenance: every answer links directly to course slide &amp; page number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</a:rPr>
              <a:t>HONEST TUTORING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Strict Citation Provenance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No fabricated sources. Responses embed clickable chips referencing genuine student notes (e.g. Physics_Notes.pdf • Page 14).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Outside-Syllabus Safeguard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3429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If a concept is absent from uploaded notes, the tutor honestly alerts the student rather than hallucinating external theories.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023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Native Android Text-to-Speech (TTS)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80160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Built-in audio player button allows auditory learning on commutes without external media dependencies.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✔ Socratic Question Prompts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5166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Quick-action chips for 'Give me a hint', 'Explain step-by-step', or 'Show related formulas'.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69164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1920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</a:rPr>
              <a:t>PROTOTYPE CHAT INTERFACE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228600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How is work related to kinetic energy?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301752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121A2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1546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The Work-Energy Theorem states that net work done on an object equals its change in kinetic energy: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</a:rPr>
              <a:t>W_net = ΔK = (1/2)m(v_f² - v_i²)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0" y="4434840"/>
            <a:ext cx="3840480" cy="347472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4480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📄 Source: Physics_Notes.pdf • Page 14 • Confidence: 94%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48920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4937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🔊 Listen (Native TTS)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Tutor • Verified Working in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5 (VERIFIED)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Mastery Engine &amp;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statistical formulas replacing superficial vanity streaks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</a:rPr>
              <a:t>OBJECTIVE BLENDING FORMULA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286000"/>
            <a:ext cx="4663440" cy="73152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68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0A5FA"/>
                </a:solidFill>
              </a:rPr>
              <a:t>NewMastery = 0.6 × QuizScore + 0.4 × PrevMastery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First-Attempt Heuristic: First quiz sets 100% of baseline mastery without historical lag or distortion.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8130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Difficulty Multipliers: Easy (×0.85), Medium (×1.00), Hard (×1.20) prevent inflating score on trivial questions.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47141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Hint Penalty Deduction: Deducts 4% per hint used to reward independent retrieval and genuine memory recall.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12978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Decay Simulation: Unreviewed skills gradually decay based on Ebbinghaus curve, triggering spaced reviews.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</a:rPr>
              <a:t>ACTIVE DIAGNOSTIC ASSESSMENT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Q: If net work done on a cart is positive, what happens to kinetic energy?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971800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0632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A. Kinetic energy decreases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538728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63016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</a:rPr>
              <a:t>B. Kinetic energy increases (Correct)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4105656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19709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C. Kinetic energy remains constant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4672584"/>
            <a:ext cx="4663440" cy="475488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76402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D. Speed becomes zero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5349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Instant Feedback: +18% Mastery Updated on 'Work &amp; Energy'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Evaluation Logic • Verified Working in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DEMONSTRATION 6 (VERIFIED)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Study Plan &amp; Spaced Repetition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scheduling prioritizing urgent prerequisite gaps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</a:rPr>
              <a:t>EBBINGHAUS SPACING SCHEDULE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2860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957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23317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Immediate Post-Lecture Recall Quiz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40280" y="25786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100% Retention 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9718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0815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Day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3017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First Consolidating Diagnostic Check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40280" y="32644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Prevents Initial Decay Drop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36576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673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Day 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3703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Mixed Problem Set with Blockers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40280" y="39502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Tests Multi-Concept Synthesis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43434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4531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Day 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4389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Long-Term Retention Review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40280" y="46360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Transfers to Long-Term Memory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50292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1389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Day 30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50749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Comprehensive Final Exam Prep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240280" y="53218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Permanent Skill Mastery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</a:rPr>
              <a:t>TODAY'S PRIORITIZED STUDY QUEUE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3317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2441448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24597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</a:rPr>
              <a:t>HIGH PRIORITY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675120" y="27157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Resolve Blocker: Newton's 2nd Law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75120" y="295351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15 mins • 5 Diagnostic Questions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92240" y="333756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3447288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46557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PRACTICE QUIZ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75120" y="37216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Work &amp; Kinetic Energy Practice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675120" y="39593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10 mins • 4 Practice Problems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92240" y="434340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4453128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44714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SPACED REVIEW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5120" y="472744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1D Kinematics Recall Review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675120" y="496519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 mins • Day 7 Scheduled Review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92240" y="5349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Course Overall Mastery: 74% (Physics &amp; Mechanics) • 3 Documents Indexed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Queue • Verified Working in Prototype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EXCELLENCE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Automated Verification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adherence to modern Android engineering principles and test-driven quality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7452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019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UI LAYER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2219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100% Kotlin &amp; Jetpack Compose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Declarative UI with Material 3 dynamic theming, edge-to-edge system insets, and StateFlow architecture.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87452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019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DATA LAYER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46520" y="22219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Room SQLite Database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10 fully typed entities and DAOs handling asynchronous transactions safely via Kotlin Coroutines.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97764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05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VERIFICATION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43251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57+ Passing Robolectric Tests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4663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100% passing test suite across MasteryCalculator, LocalRetriever, RoomDatabase, and MainViewModel.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121A2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97764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005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SECURITY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46520" y="43251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Google Play Policy Compliant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4663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Zero broad storage permissions, zero dynamic code loading, scoped sandbox privacy protection.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 57 Passed, 0 Failed • Architecture Overview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&amp;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Actively Building &amp; Our 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demarcation between our verified prototype and roadmap innovations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✔  CURRENTLY WORKING TODAY (VERIFIED PROTOTYPE)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Room relational persistence storing student documents, chunks, and courses locally.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08152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Deterministic in-memory BM25 lexical retriever for instant offline chunk search.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73989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Gemini Flash grounded AI tutor with verified page citations and TTS speech playback.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39826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Mathematical mastery calculation engine with first-attempt heuristic and difficulty weights.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505663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Daily study agenda with Ebbinghaus spaced repetition and prerequisite blocker alerts.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1688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21A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🔨  ACTIVELY BUILDING NOW (NEXT RELEASE)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44568" y="24231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Bundling quantized neural model weights (Gemma 2B via MediaPipe GenAI) for full offline freeform synthesis.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44568" y="308152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Native PDF mathematical formula and table extraction directly into structured LaTeX.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44568" y="373989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Interactive graphical node editor allowing students to customize prerequisite dependencies manually.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91856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121A2D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🔮  LONG-TERM VISION FOR PS-06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74736" y="24231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On-device Multimodal Vision: Scan and transcribe handwritten whiteboard equations and textbook diagrams.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74736" y="308152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Encrypted P2P Study Groups: Share prerequisite graphs and quiz cards over Wi-Fi Direct without cloud servers.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74736" y="373989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• Federated Learning: Continually optimize quiz difficulty curves without uploading student privacy data.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Exaggeration • Transparent Technical Roadmap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</a:rPr>
              <a:t>CODE CARNIVAL 3.0 • TRACK PS-06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Feedback &amp; Prototype Demonstration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6217920" cy="3657600"/>
          </a:xfrm>
          <a:prstGeom prst="roundRect">
            <a:avLst>
              <a:gd name="adj" fmla="val 2500"/>
            </a:avLst>
          </a:prstGeom>
          <a:solidFill>
            <a:srgbClr val="121A2D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14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2F6"/>
                </a:solidFill>
              </a:rPr>
              <a:t>PROJECT SUMMARY: LEARNMATE™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✔ Offline-first, privacy-preserving personal learning companion for Android.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✔ Eliminates chatbot hallucination by strictly grounding answers in student course notes.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✔ Automates prerequisite dependency tracking with actionable daily study plans.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49377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✔ Verified test coverage with 57+ passing unit and Robolectric test suites.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23760" y="228600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121A2D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</a:rPr>
              <a:t>TEAM THE VISIONARIES (CT3Y)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Team Leader: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Harish Goraniya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Team Members: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3822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D5E1"/>
                </a:solidFill>
              </a:rPr>
              <a:t>• Krishna Parmar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D5E1"/>
                </a:solidFill>
              </a:rPr>
              <a:t>• Prushti Seladiya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0" y="4462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D5E1"/>
                </a:solidFill>
              </a:rPr>
              <a:t>• Sakshi Talaviya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98080" y="50292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5212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READY FOR EVALUATION &amp; LIVE DEMO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217920"/>
            <a:ext cx="106984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09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The Visionaries • Code Carnival 3.0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The Visionaries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LearnMate - Team The Visionaries (CT3Y) - Code Carnival 3.0</dc:title>
  <dc:subject>PS-06 On-device personalized learning assistant</dc:subject>
  <dc:creator>PptxGenJS</dc:creator>
  <cp:lastModifiedBy>PptxGenJS</cp:lastModifiedBy>
  <cp:revision>1</cp:revision>
  <dcterms:created xsi:type="dcterms:W3CDTF">2026-10-08T15:48:53Z</dcterms:created>
  <dcterms:modified xsi:type="dcterms:W3CDTF">2026-10-08T15:48:53Z</dcterms:modified>
</cp:coreProperties>
</file>